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chal Bakliwal" userId="01bb02bba3f7323a" providerId="LiveId" clId="{F5FC4EF5-52FF-4622-A6FD-EBAA5B75870D}"/>
    <pc:docChg chg="custSel addSld delSld modSld">
      <pc:chgData name="Aachal Bakliwal" userId="01bb02bba3f7323a" providerId="LiveId" clId="{F5FC4EF5-52FF-4622-A6FD-EBAA5B75870D}" dt="2026-05-08T10:07:11.254" v="2549" actId="403"/>
      <pc:docMkLst>
        <pc:docMk/>
      </pc:docMkLst>
      <pc:sldChg chg="modSp mod">
        <pc:chgData name="Aachal Bakliwal" userId="01bb02bba3f7323a" providerId="LiveId" clId="{F5FC4EF5-52FF-4622-A6FD-EBAA5B75870D}" dt="2026-05-08T06:33:29.164" v="259" actId="404"/>
        <pc:sldMkLst>
          <pc:docMk/>
          <pc:sldMk cId="1632548177" sldId="257"/>
        </pc:sldMkLst>
        <pc:spChg chg="mod">
          <ac:chgData name="Aachal Bakliwal" userId="01bb02bba3f7323a" providerId="LiveId" clId="{F5FC4EF5-52FF-4622-A6FD-EBAA5B75870D}" dt="2026-05-08T06:33:29.164" v="259" actId="404"/>
          <ac:spMkLst>
            <pc:docMk/>
            <pc:sldMk cId="1632548177" sldId="257"/>
            <ac:spMk id="2" creationId="{588859AF-B2B9-D2DC-3548-B64D9D9B188F}"/>
          </ac:spMkLst>
        </pc:spChg>
        <pc:spChg chg="mod">
          <ac:chgData name="Aachal Bakliwal" userId="01bb02bba3f7323a" providerId="LiveId" clId="{F5FC4EF5-52FF-4622-A6FD-EBAA5B75870D}" dt="2026-05-08T06:33:07.136" v="257" actId="2711"/>
          <ac:spMkLst>
            <pc:docMk/>
            <pc:sldMk cId="1632548177" sldId="257"/>
            <ac:spMk id="3" creationId="{7FC4AB57-E8E4-2972-2962-BCDE0D5A59F8}"/>
          </ac:spMkLst>
        </pc:spChg>
      </pc:sldChg>
      <pc:sldChg chg="addSp delSp modSp new del mod">
        <pc:chgData name="Aachal Bakliwal" userId="01bb02bba3f7323a" providerId="LiveId" clId="{F5FC4EF5-52FF-4622-A6FD-EBAA5B75870D}" dt="2026-05-08T06:38:42.965" v="262" actId="2696"/>
        <pc:sldMkLst>
          <pc:docMk/>
          <pc:sldMk cId="192198719" sldId="258"/>
        </pc:sldMkLst>
        <pc:spChg chg="del">
          <ac:chgData name="Aachal Bakliwal" userId="01bb02bba3f7323a" providerId="LiveId" clId="{F5FC4EF5-52FF-4622-A6FD-EBAA5B75870D}" dt="2026-05-08T06:38:28.548" v="261" actId="931"/>
          <ac:spMkLst>
            <pc:docMk/>
            <pc:sldMk cId="192198719" sldId="258"/>
            <ac:spMk id="3" creationId="{E1EA5256-9FBB-D633-C702-2759F1A9E751}"/>
          </ac:spMkLst>
        </pc:spChg>
        <pc:picChg chg="add mod ord">
          <ac:chgData name="Aachal Bakliwal" userId="01bb02bba3f7323a" providerId="LiveId" clId="{F5FC4EF5-52FF-4622-A6FD-EBAA5B75870D}" dt="2026-05-08T06:38:28.548" v="261" actId="931"/>
          <ac:picMkLst>
            <pc:docMk/>
            <pc:sldMk cId="192198719" sldId="258"/>
            <ac:picMk id="6" creationId="{BAA722EA-D3C5-6567-6CA5-6B61F4F12E1A}"/>
          </ac:picMkLst>
        </pc:picChg>
      </pc:sldChg>
      <pc:sldChg chg="addSp modSp new mod">
        <pc:chgData name="Aachal Bakliwal" userId="01bb02bba3f7323a" providerId="LiveId" clId="{F5FC4EF5-52FF-4622-A6FD-EBAA5B75870D}" dt="2026-05-08T06:40:09.431" v="269" actId="14100"/>
        <pc:sldMkLst>
          <pc:docMk/>
          <pc:sldMk cId="3941436606" sldId="258"/>
        </pc:sldMkLst>
        <pc:picChg chg="add mod">
          <ac:chgData name="Aachal Bakliwal" userId="01bb02bba3f7323a" providerId="LiveId" clId="{F5FC4EF5-52FF-4622-A6FD-EBAA5B75870D}" dt="2026-05-08T06:40:09.431" v="269" actId="14100"/>
          <ac:picMkLst>
            <pc:docMk/>
            <pc:sldMk cId="3941436606" sldId="258"/>
            <ac:picMk id="3" creationId="{34D7FA70-4C00-0BB9-0096-976C9E51E07A}"/>
          </ac:picMkLst>
        </pc:picChg>
      </pc:sldChg>
      <pc:sldChg chg="modSp new mod">
        <pc:chgData name="Aachal Bakliwal" userId="01bb02bba3f7323a" providerId="LiveId" clId="{F5FC4EF5-52FF-4622-A6FD-EBAA5B75870D}" dt="2026-05-08T06:47:06.199" v="875" actId="404"/>
        <pc:sldMkLst>
          <pc:docMk/>
          <pc:sldMk cId="603559125" sldId="259"/>
        </pc:sldMkLst>
        <pc:spChg chg="mod">
          <ac:chgData name="Aachal Bakliwal" userId="01bb02bba3f7323a" providerId="LiveId" clId="{F5FC4EF5-52FF-4622-A6FD-EBAA5B75870D}" dt="2026-05-08T06:47:06.199" v="875" actId="404"/>
          <ac:spMkLst>
            <pc:docMk/>
            <pc:sldMk cId="603559125" sldId="259"/>
            <ac:spMk id="2" creationId="{6CE1A922-7863-6B27-7B11-49FE439945A5}"/>
          </ac:spMkLst>
        </pc:spChg>
        <pc:spChg chg="mod">
          <ac:chgData name="Aachal Bakliwal" userId="01bb02bba3f7323a" providerId="LiveId" clId="{F5FC4EF5-52FF-4622-A6FD-EBAA5B75870D}" dt="2026-05-08T06:46:51.304" v="871" actId="27636"/>
          <ac:spMkLst>
            <pc:docMk/>
            <pc:sldMk cId="603559125" sldId="259"/>
            <ac:spMk id="3" creationId="{9D926F4D-4AC3-66A3-A296-5046614DF4F4}"/>
          </ac:spMkLst>
        </pc:spChg>
      </pc:sldChg>
      <pc:sldChg chg="modSp new del mod">
        <pc:chgData name="Aachal Bakliwal" userId="01bb02bba3f7323a" providerId="LiveId" clId="{F5FC4EF5-52FF-4622-A6FD-EBAA5B75870D}" dt="2026-05-08T06:40:57.907" v="288" actId="2696"/>
        <pc:sldMkLst>
          <pc:docMk/>
          <pc:sldMk cId="2999685751" sldId="259"/>
        </pc:sldMkLst>
        <pc:spChg chg="mod">
          <ac:chgData name="Aachal Bakliwal" userId="01bb02bba3f7323a" providerId="LiveId" clId="{F5FC4EF5-52FF-4622-A6FD-EBAA5B75870D}" dt="2026-05-08T06:40:38.815" v="287" actId="20577"/>
          <ac:spMkLst>
            <pc:docMk/>
            <pc:sldMk cId="2999685751" sldId="259"/>
            <ac:spMk id="2" creationId="{34F524C1-3AB8-707E-C4FE-3F1D5F9FA371}"/>
          </ac:spMkLst>
        </pc:spChg>
      </pc:sldChg>
      <pc:sldChg chg="modSp new mod">
        <pc:chgData name="Aachal Bakliwal" userId="01bb02bba3f7323a" providerId="LiveId" clId="{F5FC4EF5-52FF-4622-A6FD-EBAA5B75870D}" dt="2026-05-08T06:58:36.356" v="1225" actId="115"/>
        <pc:sldMkLst>
          <pc:docMk/>
          <pc:sldMk cId="831333992" sldId="260"/>
        </pc:sldMkLst>
        <pc:spChg chg="mod">
          <ac:chgData name="Aachal Bakliwal" userId="01bb02bba3f7323a" providerId="LiveId" clId="{F5FC4EF5-52FF-4622-A6FD-EBAA5B75870D}" dt="2026-05-08T06:57:15.768" v="1223" actId="404"/>
          <ac:spMkLst>
            <pc:docMk/>
            <pc:sldMk cId="831333992" sldId="260"/>
            <ac:spMk id="2" creationId="{49119D95-432A-5D64-0AA5-B4677DEF9CE6}"/>
          </ac:spMkLst>
        </pc:spChg>
        <pc:spChg chg="mod">
          <ac:chgData name="Aachal Bakliwal" userId="01bb02bba3f7323a" providerId="LiveId" clId="{F5FC4EF5-52FF-4622-A6FD-EBAA5B75870D}" dt="2026-05-08T06:58:36.356" v="1225" actId="115"/>
          <ac:spMkLst>
            <pc:docMk/>
            <pc:sldMk cId="831333992" sldId="260"/>
            <ac:spMk id="3" creationId="{E484C2DD-7930-B9AB-211C-222803C25580}"/>
          </ac:spMkLst>
        </pc:spChg>
      </pc:sldChg>
      <pc:sldChg chg="modSp new mod">
        <pc:chgData name="Aachal Bakliwal" userId="01bb02bba3f7323a" providerId="LiveId" clId="{F5FC4EF5-52FF-4622-A6FD-EBAA5B75870D}" dt="2026-05-08T09:53:30.460" v="1531" actId="403"/>
        <pc:sldMkLst>
          <pc:docMk/>
          <pc:sldMk cId="896576179" sldId="261"/>
        </pc:sldMkLst>
        <pc:spChg chg="mod">
          <ac:chgData name="Aachal Bakliwal" userId="01bb02bba3f7323a" providerId="LiveId" clId="{F5FC4EF5-52FF-4622-A6FD-EBAA5B75870D}" dt="2026-05-08T08:12:37.628" v="1295" actId="404"/>
          <ac:spMkLst>
            <pc:docMk/>
            <pc:sldMk cId="896576179" sldId="261"/>
            <ac:spMk id="2" creationId="{E2836A08-115D-9F2A-B78B-14B7E370CF7B}"/>
          </ac:spMkLst>
        </pc:spChg>
        <pc:spChg chg="mod">
          <ac:chgData name="Aachal Bakliwal" userId="01bb02bba3f7323a" providerId="LiveId" clId="{F5FC4EF5-52FF-4622-A6FD-EBAA5B75870D}" dt="2026-05-08T09:53:30.460" v="1531" actId="403"/>
          <ac:spMkLst>
            <pc:docMk/>
            <pc:sldMk cId="896576179" sldId="261"/>
            <ac:spMk id="3" creationId="{E9B703D4-FD20-D3A4-FF00-83F09A3F891B}"/>
          </ac:spMkLst>
        </pc:spChg>
      </pc:sldChg>
      <pc:sldChg chg="modSp new mod">
        <pc:chgData name="Aachal Bakliwal" userId="01bb02bba3f7323a" providerId="LiveId" clId="{F5FC4EF5-52FF-4622-A6FD-EBAA5B75870D}" dt="2026-05-08T09:56:28.779" v="1781" actId="403"/>
        <pc:sldMkLst>
          <pc:docMk/>
          <pc:sldMk cId="513749899" sldId="262"/>
        </pc:sldMkLst>
        <pc:spChg chg="mod">
          <ac:chgData name="Aachal Bakliwal" userId="01bb02bba3f7323a" providerId="LiveId" clId="{F5FC4EF5-52FF-4622-A6FD-EBAA5B75870D}" dt="2026-05-08T09:54:24.220" v="1570" actId="404"/>
          <ac:spMkLst>
            <pc:docMk/>
            <pc:sldMk cId="513749899" sldId="262"/>
            <ac:spMk id="2" creationId="{3CCD5781-AF8A-CCFD-1267-93C4D1961D29}"/>
          </ac:spMkLst>
        </pc:spChg>
        <pc:spChg chg="mod">
          <ac:chgData name="Aachal Bakliwal" userId="01bb02bba3f7323a" providerId="LiveId" clId="{F5FC4EF5-52FF-4622-A6FD-EBAA5B75870D}" dt="2026-05-08T09:56:28.779" v="1781" actId="403"/>
          <ac:spMkLst>
            <pc:docMk/>
            <pc:sldMk cId="513749899" sldId="262"/>
            <ac:spMk id="3" creationId="{3DE738E8-53C0-D9A3-19A8-100EFF9D5A75}"/>
          </ac:spMkLst>
        </pc:spChg>
      </pc:sldChg>
      <pc:sldChg chg="modSp new mod">
        <pc:chgData name="Aachal Bakliwal" userId="01bb02bba3f7323a" providerId="LiveId" clId="{F5FC4EF5-52FF-4622-A6FD-EBAA5B75870D}" dt="2026-05-08T10:03:02.017" v="2192" actId="404"/>
        <pc:sldMkLst>
          <pc:docMk/>
          <pc:sldMk cId="1544491024" sldId="263"/>
        </pc:sldMkLst>
        <pc:spChg chg="mod">
          <ac:chgData name="Aachal Bakliwal" userId="01bb02bba3f7323a" providerId="LiveId" clId="{F5FC4EF5-52FF-4622-A6FD-EBAA5B75870D}" dt="2026-05-08T09:58:28.343" v="1800" actId="20577"/>
          <ac:spMkLst>
            <pc:docMk/>
            <pc:sldMk cId="1544491024" sldId="263"/>
            <ac:spMk id="2" creationId="{3B84B310-63A6-EBF0-8F0F-671CD13F801B}"/>
          </ac:spMkLst>
        </pc:spChg>
        <pc:spChg chg="mod">
          <ac:chgData name="Aachal Bakliwal" userId="01bb02bba3f7323a" providerId="LiveId" clId="{F5FC4EF5-52FF-4622-A6FD-EBAA5B75870D}" dt="2026-05-08T10:03:02.017" v="2192" actId="404"/>
          <ac:spMkLst>
            <pc:docMk/>
            <pc:sldMk cId="1544491024" sldId="263"/>
            <ac:spMk id="3" creationId="{673AE4E2-3D0C-6ED9-F4B6-39077773A47C}"/>
          </ac:spMkLst>
        </pc:spChg>
      </pc:sldChg>
      <pc:sldChg chg="new del">
        <pc:chgData name="Aachal Bakliwal" userId="01bb02bba3f7323a" providerId="LiveId" clId="{F5FC4EF5-52FF-4622-A6FD-EBAA5B75870D}" dt="2026-05-08T09:58:13.480" v="1785" actId="2696"/>
        <pc:sldMkLst>
          <pc:docMk/>
          <pc:sldMk cId="3507299618" sldId="263"/>
        </pc:sldMkLst>
      </pc:sldChg>
      <pc:sldChg chg="new del">
        <pc:chgData name="Aachal Bakliwal" userId="01bb02bba3f7323a" providerId="LiveId" clId="{F5FC4EF5-52FF-4622-A6FD-EBAA5B75870D}" dt="2026-05-08T09:58:07.327" v="1783" actId="2696"/>
        <pc:sldMkLst>
          <pc:docMk/>
          <pc:sldMk cId="3922256556" sldId="263"/>
        </pc:sldMkLst>
      </pc:sldChg>
      <pc:sldChg chg="modSp new del mod">
        <pc:chgData name="Aachal Bakliwal" userId="01bb02bba3f7323a" providerId="LiveId" clId="{F5FC4EF5-52FF-4622-A6FD-EBAA5B75870D}" dt="2026-05-08T10:04:37.823" v="2254" actId="2696"/>
        <pc:sldMkLst>
          <pc:docMk/>
          <pc:sldMk cId="3459447428" sldId="264"/>
        </pc:sldMkLst>
        <pc:spChg chg="mod">
          <ac:chgData name="Aachal Bakliwal" userId="01bb02bba3f7323a" providerId="LiveId" clId="{F5FC4EF5-52FF-4622-A6FD-EBAA5B75870D}" dt="2026-05-08T10:03:32.945" v="2204" actId="20577"/>
          <ac:spMkLst>
            <pc:docMk/>
            <pc:sldMk cId="3459447428" sldId="264"/>
            <ac:spMk id="2" creationId="{38EE2606-C9FB-4E05-E949-A982A14A4C06}"/>
          </ac:spMkLst>
        </pc:spChg>
        <pc:spChg chg="mod">
          <ac:chgData name="Aachal Bakliwal" userId="01bb02bba3f7323a" providerId="LiveId" clId="{F5FC4EF5-52FF-4622-A6FD-EBAA5B75870D}" dt="2026-05-08T10:04:32.790" v="2253" actId="20577"/>
          <ac:spMkLst>
            <pc:docMk/>
            <pc:sldMk cId="3459447428" sldId="264"/>
            <ac:spMk id="3" creationId="{833E9642-C258-09E8-9290-28DA663439C2}"/>
          </ac:spMkLst>
        </pc:spChg>
      </pc:sldChg>
      <pc:sldChg chg="modSp new mod">
        <pc:chgData name="Aachal Bakliwal" userId="01bb02bba3f7323a" providerId="LiveId" clId="{F5FC4EF5-52FF-4622-A6FD-EBAA5B75870D}" dt="2026-05-08T10:07:11.254" v="2549" actId="403"/>
        <pc:sldMkLst>
          <pc:docMk/>
          <pc:sldMk cId="3842682688" sldId="264"/>
        </pc:sldMkLst>
        <pc:spChg chg="mod">
          <ac:chgData name="Aachal Bakliwal" userId="01bb02bba3f7323a" providerId="LiveId" clId="{F5FC4EF5-52FF-4622-A6FD-EBAA5B75870D}" dt="2026-05-08T10:04:54.768" v="2266" actId="20577"/>
          <ac:spMkLst>
            <pc:docMk/>
            <pc:sldMk cId="3842682688" sldId="264"/>
            <ac:spMk id="2" creationId="{C64C5B88-87B3-477D-0EE0-6E6DA981A342}"/>
          </ac:spMkLst>
        </pc:spChg>
        <pc:spChg chg="mod">
          <ac:chgData name="Aachal Bakliwal" userId="01bb02bba3f7323a" providerId="LiveId" clId="{F5FC4EF5-52FF-4622-A6FD-EBAA5B75870D}" dt="2026-05-08T10:07:11.254" v="2549" actId="403"/>
          <ac:spMkLst>
            <pc:docMk/>
            <pc:sldMk cId="3842682688" sldId="264"/>
            <ac:spMk id="3" creationId="{76A4C82D-9295-FFA4-9B0D-11F91A9CAD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0B04-0E81-1129-B44B-743EB2991D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Hotel Booking Demand Analysis Project</a:t>
            </a: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CA4E8-D090-D410-AD8C-1678F31300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19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59AF-B2B9-D2DC-3548-B64D9D9B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 Black" panose="020B0A04020102020204" pitchFamily="34" charset="0"/>
              </a:rPr>
              <a:t>Objective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4AB57-E8E4-2972-2962-BCDE0D5A5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analyze hotel booking data to identify booking patterns , cancellation trends , customer behavior and revenue insights and to build a predictive model for booking cancellation using Machine Learning.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48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7FA70-4C00-0BB9-0096-976C9E51E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22" y="1210738"/>
            <a:ext cx="8668424" cy="492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3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A922-7863-6B27-7B11-49FE4399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619" y="973668"/>
            <a:ext cx="8761413" cy="706964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Key KPI’s Used are :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6F4D-4AC3-66A3-A296-5046614DF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Bookings – Shows the total number of hotel bookings made.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Revenue – Represents the total revenue generated from bookings.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Average Daily Rate(ADR) – Indicates the avg revenue earned per booking.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Cancellation Rate – Shows the percentage of bookings that were cancelled.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Guests – Displays the total number of guests staying in hotels.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Market Segment – Identifies which booking segment contributes the most bookings and revenue.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55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9D95-432A-5D64-0AA5-B4677DEF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Different types of Visualizations are: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4C2DD-7930-B9AB-211C-222803C2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Total Revenue by Hotel Type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Compares the revenue generated by City Hotel and Resort Hotel.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Identify which hotel type contributes more to overall revenue.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Useful for understanding hotel performance and business growth.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33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6A08-115D-9F2A-B78B-14B7E370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Total Bookings by Market Segment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703D4-FD20-D3A4-FF00-83F09A3F8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468032"/>
            <a:ext cx="8825659" cy="34163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Shows the distribution of bookings across different market segments.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identify which segment contributes the highest number of bookings.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Useful for understanding customer acquisition sources and business performance.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7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5781-AF8A-CCFD-1267-93C4D196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Average ADR by Top 10 Countries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38E8-53C0-D9A3-19A8-100EFF9D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Displays the average daily room rate for the top 10 countries.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identify countries generating higher room revenue.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Useful for analyzing customer spending patterns and pricing strategy.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4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B310-63A6-EBF0-8F0F-671CD13F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AE4E2-3D0C-6ED9-F4B6-39077773A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City hotels received the highest number of bookings.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Resort hotels generated higher overall revenue.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Online TA was the leading market segment for bookings.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Adults contributed the highest share of total guests.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Cancellation Rate was higher in City Hotels.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Peak seasons showed higher ADR values.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Longer Stay durations were observed mainly in resort hotels.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491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5B88-87B3-477D-0EE0-6E6DA981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4C82D-9295-FFA4-9B0D-11F91A9CA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project analyzed hotel booking trends , customer behavior and revenue performance using Power BI and Machine Learning.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insights and prediction model can help hotels reduce cancellations and improve business decisions.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682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{D6528936-0C89-4347-B2FA-D2A636154311}TF229edf6a-8a49-49ee-a0a6-5037052947485fb3ca0c-bc27bf41d645</Template>
  <TotalTime>227</TotalTime>
  <Words>333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Century Gothic</vt:lpstr>
      <vt:lpstr>Wingdings 3</vt:lpstr>
      <vt:lpstr>Ion Boardroom</vt:lpstr>
      <vt:lpstr>Hotel Booking Demand Analysis Project</vt:lpstr>
      <vt:lpstr>Objective</vt:lpstr>
      <vt:lpstr>PowerPoint Presentation</vt:lpstr>
      <vt:lpstr>Key KPI’s Used are :</vt:lpstr>
      <vt:lpstr>Different types of Visualizations are:</vt:lpstr>
      <vt:lpstr>Total Bookings by Market Segment</vt:lpstr>
      <vt:lpstr>Average ADR by Top 10 Countries</vt:lpstr>
      <vt:lpstr>Key Insights 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Aachal Bakliwal</dc:creator>
  <cp:lastModifiedBy>Aachal Bakliwal</cp:lastModifiedBy>
  <cp:revision>1</cp:revision>
  <dcterms:created xsi:type="dcterms:W3CDTF">2026-05-07T18:28:05Z</dcterms:created>
  <dcterms:modified xsi:type="dcterms:W3CDTF">2026-05-08T10:07:16Z</dcterms:modified>
</cp:coreProperties>
</file>